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Name: Ratna Priya </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F7A73179-8C49-115F-8300-7BFE81A07B1D}"/>
              </a:ext>
            </a:extLst>
          </p:cNvPr>
          <p:cNvSpPr txBox="1"/>
          <p:nvPr/>
        </p:nvSpPr>
        <p:spPr>
          <a:xfrm>
            <a:off x="2752530" y="1720840"/>
            <a:ext cx="7541467" cy="3416320"/>
          </a:xfrm>
          <a:prstGeom prst="rect">
            <a:avLst/>
          </a:prstGeom>
          <a:noFill/>
        </p:spPr>
        <p:txBody>
          <a:bodyPr wrap="square">
            <a:spAutoFit/>
          </a:bodyPr>
          <a:lstStyle/>
          <a:p>
            <a:r>
              <a:rPr lang="en-IN" dirty="0"/>
              <a:t>The Seat Selection System for Bus, Flight and Train is a data-structure-based application designed to manage seat availability and selection efficiently. Traditional seat booking systems may become difficult to manage when multiple seats, passengers and different types of transportation are involved. This project provides an interactive system where users can view available seats, select their preferred seats, and confirm bookings . The system uses appropriate data structures and algorithms to represent the seating arrangement, maintain seat availability, perform searching and updating operations, and manage booking information. Arrays, linked lists, queues and searching techniques can be used according to the requirements of different modules. The system aims to provide faster seat management, reduce duplicate bookings and improve the overall booking experience.</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06ED1F23-EBA8-D06D-4925-2C4D79AA6449}"/>
              </a:ext>
            </a:extLst>
          </p:cNvPr>
          <p:cNvSpPr txBox="1"/>
          <p:nvPr/>
        </p:nvSpPr>
        <p:spPr>
          <a:xfrm>
            <a:off x="3116425" y="1623525"/>
            <a:ext cx="6757695" cy="3970318"/>
          </a:xfrm>
          <a:prstGeom prst="rect">
            <a:avLst/>
          </a:prstGeom>
          <a:noFill/>
        </p:spPr>
        <p:txBody>
          <a:bodyPr wrap="square">
            <a:spAutoFit/>
          </a:bodyPr>
          <a:lstStyle/>
          <a:p>
            <a:r>
              <a:rPr lang="en-IN" dirty="0"/>
              <a:t>Seat booking is an important part of transportation management systems.</a:t>
            </a:r>
          </a:p>
          <a:p>
            <a:r>
              <a:rPr lang="en-IN" dirty="0"/>
              <a:t>Users need to identify available seats quickly.</a:t>
            </a:r>
          </a:p>
          <a:p>
            <a:r>
              <a:rPr lang="en-IN" dirty="0"/>
              <a:t>Manual seat management can result in:</a:t>
            </a:r>
          </a:p>
          <a:p>
            <a:r>
              <a:rPr lang="en-IN" dirty="0"/>
              <a:t>Duplicate bookings</a:t>
            </a:r>
          </a:p>
          <a:p>
            <a:r>
              <a:rPr lang="en-IN" dirty="0"/>
              <a:t>Incorrect seat availability</a:t>
            </a:r>
          </a:p>
          <a:p>
            <a:r>
              <a:rPr lang="en-IN" dirty="0"/>
              <a:t>Slow searching</a:t>
            </a:r>
          </a:p>
          <a:p>
            <a:r>
              <a:rPr lang="en-IN" dirty="0"/>
              <a:t>Difficult booking management</a:t>
            </a:r>
          </a:p>
          <a:p>
            <a:r>
              <a:rPr lang="en-IN" dirty="0"/>
              <a:t>Data Structures help organize and access booking information efficiently.</a:t>
            </a:r>
          </a:p>
          <a:p>
            <a:r>
              <a:rPr lang="en-IN" dirty="0"/>
              <a:t>Our system provides a common seat-selection approach for:</a:t>
            </a:r>
          </a:p>
          <a:p>
            <a:r>
              <a:rPr lang="en-IN" dirty="0"/>
              <a:t>🚌 Bus</a:t>
            </a:r>
          </a:p>
          <a:p>
            <a:r>
              <a:rPr lang="en-IN" dirty="0"/>
              <a:t>✈️ Flight</a:t>
            </a:r>
          </a:p>
          <a:p>
            <a:r>
              <a:rPr lang="en-IN" dirty="0"/>
              <a:t>🚆 Train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pic>
        <p:nvPicPr>
          <p:cNvPr id="5" name="Picture 4">
            <a:extLst>
              <a:ext uri="{FF2B5EF4-FFF2-40B4-BE49-F238E27FC236}">
                <a16:creationId xmlns:a16="http://schemas.microsoft.com/office/drawing/2014/main" id="{3B07D537-1078-30FB-0D78-493778520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0262" y="1706205"/>
            <a:ext cx="9698749" cy="37522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B7C168F6-09E7-B63D-3934-7255A0F25304}"/>
              </a:ext>
            </a:extLst>
          </p:cNvPr>
          <p:cNvSpPr txBox="1"/>
          <p:nvPr/>
        </p:nvSpPr>
        <p:spPr>
          <a:xfrm>
            <a:off x="1231641" y="948490"/>
            <a:ext cx="4357396" cy="5355312"/>
          </a:xfrm>
          <a:prstGeom prst="rect">
            <a:avLst/>
          </a:prstGeom>
          <a:noFill/>
        </p:spPr>
        <p:txBody>
          <a:bodyPr wrap="square">
            <a:spAutoFit/>
          </a:bodyPr>
          <a:lstStyle/>
          <a:p>
            <a:r>
              <a:rPr lang="en-IN" dirty="0"/>
              <a:t>Problem</a:t>
            </a:r>
          </a:p>
          <a:p>
            <a:endParaRPr lang="en-IN" dirty="0"/>
          </a:p>
          <a:p>
            <a:r>
              <a:rPr lang="en-IN" dirty="0"/>
              <a:t>Transportation booking systems need to efficiently manage a large number of seats while preventing duplicate bookings and providing quick access to seat information.</a:t>
            </a:r>
          </a:p>
          <a:p>
            <a:endParaRPr lang="en-IN" dirty="0"/>
          </a:p>
          <a:p>
            <a:r>
              <a:rPr lang="en-IN" dirty="0"/>
              <a:t>Existing Problems</a:t>
            </a:r>
          </a:p>
          <a:p>
            <a:r>
              <a:rPr lang="en-IN" dirty="0"/>
              <a:t>Difficult seat management</a:t>
            </a:r>
          </a:p>
          <a:p>
            <a:r>
              <a:rPr lang="en-IN" dirty="0"/>
              <a:t>Duplicate seat selection</a:t>
            </a:r>
          </a:p>
          <a:p>
            <a:r>
              <a:rPr lang="en-IN" dirty="0"/>
              <a:t>Slow searching in large seat lists</a:t>
            </a:r>
          </a:p>
          <a:p>
            <a:r>
              <a:rPr lang="en-IN" dirty="0"/>
              <a:t>Inefficient updating of seat status</a:t>
            </a:r>
          </a:p>
          <a:p>
            <a:r>
              <a:rPr lang="en-IN" dirty="0"/>
              <a:t>Different seating arrangements for different transportation modes</a:t>
            </a:r>
          </a:p>
          <a:p>
            <a:r>
              <a:rPr lang="en-IN" dirty="0"/>
              <a:t>Proposed Solution</a:t>
            </a:r>
          </a:p>
          <a:p>
            <a:endParaRPr lang="en-IN" dirty="0"/>
          </a:p>
          <a:p>
            <a:r>
              <a:rPr lang="en-IN" dirty="0"/>
              <a:t>Develop a DSA-based Seat Selection System that efficiently manages seat availability, selection and booking.</a:t>
            </a:r>
          </a:p>
        </p:txBody>
      </p:sp>
      <p:sp>
        <p:nvSpPr>
          <p:cNvPr id="7" name="TextBox 6">
            <a:extLst>
              <a:ext uri="{FF2B5EF4-FFF2-40B4-BE49-F238E27FC236}">
                <a16:creationId xmlns:a16="http://schemas.microsoft.com/office/drawing/2014/main" id="{A244A22D-8E31-6FE2-BFB1-975B1F09F143}"/>
              </a:ext>
            </a:extLst>
          </p:cNvPr>
          <p:cNvSpPr txBox="1"/>
          <p:nvPr/>
        </p:nvSpPr>
        <p:spPr>
          <a:xfrm>
            <a:off x="6021884" y="1847090"/>
            <a:ext cx="6097554" cy="2585323"/>
          </a:xfrm>
          <a:prstGeom prst="rect">
            <a:avLst/>
          </a:prstGeom>
          <a:noFill/>
        </p:spPr>
        <p:txBody>
          <a:bodyPr wrap="square">
            <a:spAutoFit/>
          </a:bodyPr>
          <a:lstStyle/>
          <a:p>
            <a:r>
              <a:rPr lang="en-IN" dirty="0"/>
              <a:t>Main Objectives</a:t>
            </a:r>
          </a:p>
          <a:p>
            <a:r>
              <a:rPr lang="en-IN" dirty="0"/>
              <a:t>To develop an efficient seat selection system.</a:t>
            </a:r>
          </a:p>
          <a:p>
            <a:r>
              <a:rPr lang="en-IN" dirty="0"/>
              <a:t>To represent different seating arrangements using suitable data structures.</a:t>
            </a:r>
          </a:p>
          <a:p>
            <a:r>
              <a:rPr lang="en-IN" dirty="0"/>
              <a:t>To provide quick seat searching and availability checking.</a:t>
            </a:r>
          </a:p>
          <a:p>
            <a:r>
              <a:rPr lang="en-IN" dirty="0"/>
              <a:t>To update seat status after selection/booking.</a:t>
            </a:r>
          </a:p>
          <a:p>
            <a:r>
              <a:rPr lang="en-IN" dirty="0"/>
              <a:t>To prevent duplicate seat bookings.</a:t>
            </a:r>
          </a:p>
          <a:p>
            <a:r>
              <a:rPr lang="en-IN" dirty="0"/>
              <a:t>To manage booking information efficiently.</a:t>
            </a:r>
          </a:p>
          <a:p>
            <a:r>
              <a:rPr lang="en-IN" dirty="0"/>
              <a:t>To apply DSA concepts to a real-world problem.</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a:extLst>
              <a:ext uri="{FF2B5EF4-FFF2-40B4-BE49-F238E27FC236}">
                <a16:creationId xmlns:a16="http://schemas.microsoft.com/office/drawing/2014/main" id="{22EB2470-FA9E-D2B2-59EF-4DA401DC3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269" y="906479"/>
            <a:ext cx="4954555" cy="55223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7" name="TextBox 6">
            <a:extLst>
              <a:ext uri="{FF2B5EF4-FFF2-40B4-BE49-F238E27FC236}">
                <a16:creationId xmlns:a16="http://schemas.microsoft.com/office/drawing/2014/main" id="{EDF84BBC-D82F-28DE-2C45-B887721BBB6F}"/>
              </a:ext>
            </a:extLst>
          </p:cNvPr>
          <p:cNvSpPr txBox="1"/>
          <p:nvPr/>
        </p:nvSpPr>
        <p:spPr>
          <a:xfrm>
            <a:off x="2824845" y="1617315"/>
            <a:ext cx="3417335" cy="3139321"/>
          </a:xfrm>
          <a:prstGeom prst="rect">
            <a:avLst/>
          </a:prstGeom>
          <a:noFill/>
        </p:spPr>
        <p:txBody>
          <a:bodyPr wrap="square">
            <a:spAutoFit/>
          </a:bodyPr>
          <a:lstStyle/>
          <a:p>
            <a:r>
              <a:rPr lang="en-IN" dirty="0"/>
              <a:t>Expected </a:t>
            </a:r>
            <a:r>
              <a:rPr lang="en-IN" dirty="0" err="1"/>
              <a:t>ResultsThe</a:t>
            </a:r>
            <a:r>
              <a:rPr lang="en-IN" dirty="0"/>
              <a:t> proposed system successfully </a:t>
            </a:r>
            <a:r>
              <a:rPr lang="en-IN" dirty="0" err="1"/>
              <a:t>provides:Efficient</a:t>
            </a:r>
            <a:r>
              <a:rPr lang="en-IN" dirty="0"/>
              <a:t> seat </a:t>
            </a:r>
            <a:r>
              <a:rPr lang="en-IN" dirty="0" err="1"/>
              <a:t>representationQuick</a:t>
            </a:r>
            <a:r>
              <a:rPr lang="en-IN" dirty="0"/>
              <a:t> seat availability </a:t>
            </a:r>
            <a:r>
              <a:rPr lang="en-IN" dirty="0" err="1"/>
              <a:t>checkingSimple</a:t>
            </a:r>
            <a:r>
              <a:rPr lang="en-IN" dirty="0"/>
              <a:t> seat </a:t>
            </a:r>
            <a:r>
              <a:rPr lang="en-IN" dirty="0" err="1"/>
              <a:t>selectionPrevention</a:t>
            </a:r>
            <a:r>
              <a:rPr lang="en-IN" dirty="0"/>
              <a:t> of duplicate </a:t>
            </a:r>
            <a:r>
              <a:rPr lang="en-IN" dirty="0" err="1"/>
              <a:t>bookingsBooking</a:t>
            </a:r>
            <a:r>
              <a:rPr lang="en-IN" dirty="0"/>
              <a:t> </a:t>
            </a:r>
            <a:r>
              <a:rPr lang="en-IN" dirty="0" err="1"/>
              <a:t>cancellationAutomatic</a:t>
            </a:r>
            <a:r>
              <a:rPr lang="en-IN" dirty="0"/>
              <a:t> seat-status </a:t>
            </a:r>
            <a:r>
              <a:rPr lang="en-IN" dirty="0" err="1"/>
              <a:t>updatesOrganized</a:t>
            </a:r>
            <a:r>
              <a:rPr lang="en-IN" dirty="0"/>
              <a:t> booking </a:t>
            </a:r>
            <a:r>
              <a:rPr lang="en-IN" dirty="0" err="1"/>
              <a:t>informationExampleBefore</a:t>
            </a:r>
            <a:r>
              <a:rPr lang="en-IN" dirty="0"/>
              <a:t> Booking:</a:t>
            </a:r>
          </a:p>
        </p:txBody>
      </p:sp>
      <p:sp>
        <p:nvSpPr>
          <p:cNvPr id="9" name="TextBox 8">
            <a:extLst>
              <a:ext uri="{FF2B5EF4-FFF2-40B4-BE49-F238E27FC236}">
                <a16:creationId xmlns:a16="http://schemas.microsoft.com/office/drawing/2014/main" id="{170440D6-CB99-2899-BB64-6A92365F5180}"/>
              </a:ext>
            </a:extLst>
          </p:cNvPr>
          <p:cNvSpPr txBox="1"/>
          <p:nvPr/>
        </p:nvSpPr>
        <p:spPr>
          <a:xfrm>
            <a:off x="2824845" y="4756636"/>
            <a:ext cx="4047932" cy="1200329"/>
          </a:xfrm>
          <a:prstGeom prst="rect">
            <a:avLst/>
          </a:prstGeom>
          <a:noFill/>
        </p:spPr>
        <p:txBody>
          <a:bodyPr wrap="square">
            <a:spAutoFit/>
          </a:bodyPr>
          <a:lstStyle/>
          <a:p>
            <a:r>
              <a:rPr lang="en-IN" dirty="0"/>
              <a:t>[ A ][ A ][ B ][ A ]After selecting Seat 2:[ A ][ S ][ B ][ A ]After confirmation:[ A ][ B ][ B ][ A ]A = </a:t>
            </a:r>
            <a:r>
              <a:rPr lang="en-IN" dirty="0" err="1"/>
              <a:t>AvailableS</a:t>
            </a:r>
            <a:r>
              <a:rPr lang="en-IN" dirty="0"/>
              <a:t> = </a:t>
            </a:r>
            <a:r>
              <a:rPr lang="en-IN" dirty="0" err="1"/>
              <a:t>SelectedB</a:t>
            </a:r>
            <a:r>
              <a:rPr lang="en-IN" dirty="0"/>
              <a:t> = Booked</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2D6F5891-417D-2AE3-2867-10F7ACEE68BA}"/>
              </a:ext>
            </a:extLst>
          </p:cNvPr>
          <p:cNvSpPr txBox="1"/>
          <p:nvPr/>
        </p:nvSpPr>
        <p:spPr>
          <a:xfrm>
            <a:off x="3132754" y="1291060"/>
            <a:ext cx="6097554" cy="5078313"/>
          </a:xfrm>
          <a:prstGeom prst="rect">
            <a:avLst/>
          </a:prstGeom>
          <a:noFill/>
        </p:spPr>
        <p:txBody>
          <a:bodyPr wrap="square">
            <a:spAutoFit/>
          </a:bodyPr>
          <a:lstStyle/>
          <a:p>
            <a:r>
              <a:rPr lang="en-IN" dirty="0"/>
              <a:t>Hardware</a:t>
            </a:r>
          </a:p>
          <a:p>
            <a:r>
              <a:rPr lang="en-IN" dirty="0"/>
              <a:t>Computer/Laptop</a:t>
            </a:r>
          </a:p>
          <a:p>
            <a:r>
              <a:rPr lang="en-IN" dirty="0"/>
              <a:t>Minimum 4 GB RAM</a:t>
            </a:r>
          </a:p>
          <a:p>
            <a:r>
              <a:rPr lang="en-IN" dirty="0"/>
              <a:t>Keyboard and Mouse</a:t>
            </a:r>
          </a:p>
          <a:p>
            <a:r>
              <a:rPr lang="en-IN" dirty="0"/>
              <a:t>Basic processor</a:t>
            </a:r>
          </a:p>
          <a:p>
            <a:r>
              <a:rPr lang="en-IN" dirty="0"/>
              <a:t>Software</a:t>
            </a:r>
          </a:p>
          <a:p>
            <a:r>
              <a:rPr lang="en-IN" dirty="0"/>
              <a:t>Operating System: Windows/Linux</a:t>
            </a:r>
          </a:p>
          <a:p>
            <a:r>
              <a:rPr lang="en-IN" dirty="0"/>
              <a:t>Programming Language: C / C++ / Java (use whichever you're actually implementing)</a:t>
            </a:r>
          </a:p>
          <a:p>
            <a:r>
              <a:rPr lang="en-IN" dirty="0"/>
              <a:t>IDE: VS Code / </a:t>
            </a:r>
            <a:r>
              <a:rPr lang="en-IN" dirty="0" err="1"/>
              <a:t>CodeBlocks</a:t>
            </a:r>
            <a:r>
              <a:rPr lang="en-IN" dirty="0"/>
              <a:t> / IntelliJ</a:t>
            </a:r>
          </a:p>
          <a:p>
            <a:r>
              <a:rPr lang="en-IN" dirty="0"/>
              <a:t>Browser – for web interface, if applicable</a:t>
            </a:r>
          </a:p>
          <a:p>
            <a:r>
              <a:rPr lang="en-IN" dirty="0"/>
              <a:t>DSA Concepts</a:t>
            </a:r>
          </a:p>
          <a:p>
            <a:r>
              <a:rPr lang="en-IN" dirty="0"/>
              <a:t>Arrays</a:t>
            </a:r>
          </a:p>
          <a:p>
            <a:r>
              <a:rPr lang="en-IN" dirty="0"/>
              <a:t>Linked Lists</a:t>
            </a:r>
          </a:p>
          <a:p>
            <a:r>
              <a:rPr lang="en-IN" dirty="0"/>
              <a:t>Queues</a:t>
            </a:r>
          </a:p>
          <a:p>
            <a:r>
              <a:rPr lang="en-IN" dirty="0"/>
              <a:t>Searching</a:t>
            </a:r>
          </a:p>
          <a:p>
            <a:r>
              <a:rPr lang="en-IN" dirty="0"/>
              <a:t>Sorting</a:t>
            </a:r>
          </a:p>
          <a:p>
            <a:r>
              <a:rPr lang="en-IN" dirty="0"/>
              <a:t>Insertion &amp; Deletion</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16F05C2F-3FD5-E42E-6C4D-197F83EF1C9E}"/>
              </a:ext>
            </a:extLst>
          </p:cNvPr>
          <p:cNvSpPr txBox="1"/>
          <p:nvPr/>
        </p:nvSpPr>
        <p:spPr>
          <a:xfrm>
            <a:off x="2892489" y="1859339"/>
            <a:ext cx="7427168" cy="3139321"/>
          </a:xfrm>
          <a:prstGeom prst="rect">
            <a:avLst/>
          </a:prstGeom>
          <a:noFill/>
        </p:spPr>
        <p:txBody>
          <a:bodyPr wrap="square">
            <a:spAutoFit/>
          </a:bodyPr>
          <a:lstStyle/>
          <a:p>
            <a:r>
              <a:rPr lang="en-IN" dirty="0"/>
              <a:t>The Seat Selection System for Bus, Flight and Train demonstrates how Data Structures and Algorithms can be applied to solve a real-world transportation booking problem.</a:t>
            </a:r>
          </a:p>
          <a:p>
            <a:endParaRPr lang="en-IN" dirty="0"/>
          </a:p>
          <a:p>
            <a:r>
              <a:rPr lang="en-IN" dirty="0"/>
              <a:t>The system provides efficient seat management by using appropriate data structures for storing, searching, updating and managing booking information. It reduces the possibility of duplicate bookings and provides a simple and organized method for seat selection.</a:t>
            </a:r>
          </a:p>
          <a:p>
            <a:endParaRPr lang="en-IN" dirty="0"/>
          </a:p>
          <a:p>
            <a:r>
              <a:rPr lang="en-IN" dirty="0"/>
              <a:t>The project also demonstrates the practical importance of DSA concepts in real-world applications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712372C3-5378-595F-BCE1-120EEB5B7B5F}"/>
              </a:ext>
            </a:extLst>
          </p:cNvPr>
          <p:cNvSpPr txBox="1"/>
          <p:nvPr/>
        </p:nvSpPr>
        <p:spPr>
          <a:xfrm>
            <a:off x="3237722" y="1007706"/>
            <a:ext cx="6123214" cy="2862322"/>
          </a:xfrm>
          <a:prstGeom prst="rect">
            <a:avLst/>
          </a:prstGeom>
          <a:noFill/>
        </p:spPr>
        <p:txBody>
          <a:bodyPr wrap="square">
            <a:spAutoFit/>
          </a:bodyPr>
          <a:lstStyle/>
          <a:p>
            <a:r>
              <a:rPr lang="en-IN" dirty="0"/>
              <a:t>Online payment integration</a:t>
            </a:r>
          </a:p>
          <a:p>
            <a:r>
              <a:rPr lang="en-IN" dirty="0"/>
              <a:t>Real-time seat availability</a:t>
            </a:r>
          </a:p>
          <a:p>
            <a:r>
              <a:rPr lang="en-IN" dirty="0"/>
              <a:t>User authentication</a:t>
            </a:r>
          </a:p>
          <a:p>
            <a:r>
              <a:rPr lang="en-IN" dirty="0"/>
              <a:t>Database integration</a:t>
            </a:r>
          </a:p>
          <a:p>
            <a:r>
              <a:rPr lang="en-IN" dirty="0"/>
              <a:t>Mobile application</a:t>
            </a:r>
          </a:p>
          <a:p>
            <a:r>
              <a:rPr lang="en-IN" dirty="0"/>
              <a:t>AI-based seat recommendation</a:t>
            </a:r>
          </a:p>
          <a:p>
            <a:r>
              <a:rPr lang="en-IN" dirty="0"/>
              <a:t>Real-time bus/train/flight integration</a:t>
            </a:r>
          </a:p>
          <a:p>
            <a:r>
              <a:rPr lang="en-IN" dirty="0"/>
              <a:t>Advanced booking analytics</a:t>
            </a:r>
          </a:p>
          <a:p>
            <a:r>
              <a:rPr lang="en-IN" dirty="0"/>
              <a:t>Graph-based route optimization</a:t>
            </a:r>
          </a:p>
          <a:p>
            <a:r>
              <a:rPr lang="en-IN" dirty="0"/>
              <a:t>Cloud-based booking system</a:t>
            </a:r>
          </a:p>
        </p:txBody>
      </p:sp>
      <p:sp>
        <p:nvSpPr>
          <p:cNvPr id="7" name="TextBox 6">
            <a:extLst>
              <a:ext uri="{FF2B5EF4-FFF2-40B4-BE49-F238E27FC236}">
                <a16:creationId xmlns:a16="http://schemas.microsoft.com/office/drawing/2014/main" id="{F4B0EA9A-650E-CB16-2B7B-8ACA2E47DA86}"/>
              </a:ext>
            </a:extLst>
          </p:cNvPr>
          <p:cNvSpPr txBox="1"/>
          <p:nvPr/>
        </p:nvSpPr>
        <p:spPr>
          <a:xfrm>
            <a:off x="2918150" y="4229887"/>
            <a:ext cx="6097554" cy="1477328"/>
          </a:xfrm>
          <a:prstGeom prst="rect">
            <a:avLst/>
          </a:prstGeom>
          <a:noFill/>
        </p:spPr>
        <p:txBody>
          <a:bodyPr wrap="square">
            <a:spAutoFit/>
          </a:bodyPr>
          <a:lstStyle/>
          <a:p>
            <a:r>
              <a:rPr lang="en-IN" dirty="0"/>
              <a:t>Thomas H. </a:t>
            </a:r>
            <a:r>
              <a:rPr lang="en-IN" dirty="0" err="1"/>
              <a:t>Cormen</a:t>
            </a:r>
            <a:r>
              <a:rPr lang="en-IN" dirty="0"/>
              <a:t> et al., Introduction to Algorithms</a:t>
            </a:r>
          </a:p>
          <a:p>
            <a:r>
              <a:rPr lang="en-IN" dirty="0"/>
              <a:t>Mark Allen Weiss, Data Structures and Algorithm Analysis</a:t>
            </a:r>
          </a:p>
          <a:p>
            <a:r>
              <a:rPr lang="en-IN" dirty="0"/>
              <a:t>Data Structures and Algorithms course materials</a:t>
            </a:r>
          </a:p>
          <a:p>
            <a:r>
              <a:rPr lang="en-IN" dirty="0"/>
              <a:t>Research papers related to reservation and seat allocation 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678</Words>
  <Application>Microsoft Office PowerPoint</Application>
  <PresentationFormat>Widescreen</PresentationFormat>
  <Paragraphs>97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Vaibhava Sree Siricinagandla</cp:lastModifiedBy>
  <cp:revision>20</cp:revision>
  <dcterms:created xsi:type="dcterms:W3CDTF">2024-08-29T05:25:00Z</dcterms:created>
  <dcterms:modified xsi:type="dcterms:W3CDTF">2026-08-29T03:18:13Z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